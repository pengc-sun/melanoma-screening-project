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62" r:id="rId2"/>
    <p:sldId id="266" r:id="rId3"/>
  </p:sldIdLst>
  <p:sldSz cx="9144000" cy="5143500" type="screen16x9"/>
  <p:notesSz cx="9144000" cy="6858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9E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95279C-FE28-4344-8F02-F7A1421939E4}" v="280" dt="2026-03-29T23:26:29.496"/>
    <p1510:client id="{6E6C23B4-1677-ED6B-8CF5-9390A5738572}" v="2" dt="2026-03-30T14:08:38.599"/>
    <p1510:client id="{762D22A0-18E9-432B-B26C-BCEDD620B2C4}" v="2" dt="2026-03-29T19:31:20.798"/>
    <p1510:client id="{7B4BCF43-7D1F-03D1-F047-7E9067EDD89C}" v="4" dt="2026-03-30T12:37:00.559"/>
    <p1510:client id="{9D3889AB-C462-1106-469A-0B5719E0DEA5}" v="46" dt="2026-03-30T15:02:59.849"/>
    <p1510:client id="{A45A1519-0FF1-4B42-9F1F-BAB6AEA0CD00}" v="30" dt="2026-03-30T16:15:22.461"/>
    <p1510:client id="{EF05A843-D543-4D8B-839F-A52884DFFC4B}" v="3" dt="2026-03-30T18:28:18.282"/>
    <p1510:client id="{FB4B2FDD-C112-5F39-7824-432CF21C8741}" v="837" dt="2026-03-30T10:05:42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18"/>
  </p:normalViewPr>
  <p:slideViewPr>
    <p:cSldViewPr snapToGrid="0">
      <p:cViewPr varScale="1">
        <p:scale>
          <a:sx n="156" d="100"/>
          <a:sy n="156" d="100"/>
        </p:scale>
        <p:origin x="552" y="168"/>
      </p:cViewPr>
      <p:guideLst>
        <p:guide orient="horz" pos="15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qian Zhang (MSc Elec + Computer Eng FT)" userId="S::cxz577@student.bham.ac.uk::a6957757-53c6-4dd7-a3cd-9fa8195c4d29" providerId="AD" clId="Web-{6E6C23B4-1677-ED6B-8CF5-9390A5738572}"/>
    <pc:docChg chg="modSld">
      <pc:chgData name="Chuqian Zhang (MSc Elec + Computer Eng FT)" userId="S::cxz577@student.bham.ac.uk::a6957757-53c6-4dd7-a3cd-9fa8195c4d29" providerId="AD" clId="Web-{6E6C23B4-1677-ED6B-8CF5-9390A5738572}" dt="2026-03-30T14:08:38.599" v="1"/>
      <pc:docMkLst>
        <pc:docMk/>
      </pc:docMkLst>
      <pc:sldChg chg="addSp delSp modSp">
        <pc:chgData name="Chuqian Zhang (MSc Elec + Computer Eng FT)" userId="S::cxz577@student.bham.ac.uk::a6957757-53c6-4dd7-a3cd-9fa8195c4d29" providerId="AD" clId="Web-{6E6C23B4-1677-ED6B-8CF5-9390A5738572}" dt="2026-03-30T14:08:38.599" v="1"/>
        <pc:sldMkLst>
          <pc:docMk/>
          <pc:sldMk cId="2791787981" sldId="275"/>
        </pc:sldMkLst>
        <pc:picChg chg="add del mod">
          <ac:chgData name="Chuqian Zhang (MSc Elec + Computer Eng FT)" userId="S::cxz577@student.bham.ac.uk::a6957757-53c6-4dd7-a3cd-9fa8195c4d29" providerId="AD" clId="Web-{6E6C23B4-1677-ED6B-8CF5-9390A5738572}" dt="2026-03-30T14:08:38.599" v="1"/>
          <ac:picMkLst>
            <pc:docMk/>
            <pc:sldMk cId="2791787981" sldId="275"/>
            <ac:picMk id="5" creationId="{DA7DDCF2-09C7-602D-CF6B-34A57D220737}"/>
          </ac:picMkLst>
        </pc:picChg>
      </pc:sldChg>
    </pc:docChg>
  </pc:docChgLst>
  <pc:docChgLst>
    <pc:chgData name="Jingtian Yang (MSc Elec + Computer Eng FT)" userId="S::jxy505@student.bham.ac.uk::e2098e42-27d2-42b6-aa7a-0bcd97275705" providerId="AD" clId="Web-{4797137F-156F-865F-26A8-546F3398C67E}"/>
    <pc:docChg chg="modSld">
      <pc:chgData name="Jingtian Yang (MSc Elec + Computer Eng FT)" userId="S::jxy505@student.bham.ac.uk::e2098e42-27d2-42b6-aa7a-0bcd97275705" providerId="AD" clId="Web-{4797137F-156F-865F-26A8-546F3398C67E}" dt="2026-03-27T02:03:07.905" v="3" actId="20577"/>
      <pc:docMkLst>
        <pc:docMk/>
      </pc:docMkLst>
      <pc:sldChg chg="modSp">
        <pc:chgData name="Jingtian Yang (MSc Elec + Computer Eng FT)" userId="S::jxy505@student.bham.ac.uk::e2098e42-27d2-42b6-aa7a-0bcd97275705" providerId="AD" clId="Web-{4797137F-156F-865F-26A8-546F3398C67E}" dt="2026-03-27T02:03:07.905" v="3" actId="20577"/>
        <pc:sldMkLst>
          <pc:docMk/>
          <pc:sldMk cId="18228651" sldId="276"/>
        </pc:sldMkLst>
        <pc:spChg chg="mod">
          <ac:chgData name="Jingtian Yang (MSc Elec + Computer Eng FT)" userId="S::jxy505@student.bham.ac.uk::e2098e42-27d2-42b6-aa7a-0bcd97275705" providerId="AD" clId="Web-{4797137F-156F-865F-26A8-546F3398C67E}" dt="2026-03-27T02:03:07.905" v="3" actId="20577"/>
          <ac:spMkLst>
            <pc:docMk/>
            <pc:sldMk cId="18228651" sldId="276"/>
            <ac:spMk id="9" creationId="{00000000-0000-0000-0000-000000000000}"/>
          </ac:spMkLst>
        </pc:spChg>
      </pc:sldChg>
    </pc:docChg>
  </pc:docChgLst>
  <pc:docChgLst>
    <pc:chgData name="Chuqian Zhang (MSc Elec + Computer Eng FT)" userId="S::cxz577@student.bham.ac.uk::a6957757-53c6-4dd7-a3cd-9fa8195c4d29" providerId="AD" clId="Web-{9D3889AB-C462-1106-469A-0B5719E0DEA5}"/>
    <pc:docChg chg="modSld">
      <pc:chgData name="Chuqian Zhang (MSc Elec + Computer Eng FT)" userId="S::cxz577@student.bham.ac.uk::a6957757-53c6-4dd7-a3cd-9fa8195c4d29" providerId="AD" clId="Web-{9D3889AB-C462-1106-469A-0B5719E0DEA5}" dt="2026-03-30T15:02:59.849" v="45"/>
      <pc:docMkLst>
        <pc:docMk/>
      </pc:docMkLst>
      <pc:sldChg chg="addSp delSp modSp modMedia addAnim delAnim">
        <pc:chgData name="Chuqian Zhang (MSc Elec + Computer Eng FT)" userId="S::cxz577@student.bham.ac.uk::a6957757-53c6-4dd7-a3cd-9fa8195c4d29" providerId="AD" clId="Web-{9D3889AB-C462-1106-469A-0B5719E0DEA5}" dt="2026-03-30T15:02:59.849" v="45"/>
        <pc:sldMkLst>
          <pc:docMk/>
          <pc:sldMk cId="3671937862" sldId="278"/>
        </pc:sldMkLst>
        <pc:picChg chg="add del mod">
          <ac:chgData name="Chuqian Zhang (MSc Elec + Computer Eng FT)" userId="S::cxz577@student.bham.ac.uk::a6957757-53c6-4dd7-a3cd-9fa8195c4d29" providerId="AD" clId="Web-{9D3889AB-C462-1106-469A-0B5719E0DEA5}" dt="2026-03-30T15:02:32.833" v="40"/>
          <ac:picMkLst>
            <pc:docMk/>
            <pc:sldMk cId="3671937862" sldId="278"/>
            <ac:picMk id="2" creationId="{ADC339C9-E975-D5B7-0CF5-3C62E0B1D5E3}"/>
          </ac:picMkLst>
        </pc:picChg>
        <pc:picChg chg="add mod">
          <ac:chgData name="Chuqian Zhang (MSc Elec + Computer Eng FT)" userId="S::cxz577@student.bham.ac.uk::a6957757-53c6-4dd7-a3cd-9fa8195c4d29" providerId="AD" clId="Web-{9D3889AB-C462-1106-469A-0B5719E0DEA5}" dt="2026-03-30T15:02:59.849" v="45"/>
          <ac:picMkLst>
            <pc:docMk/>
            <pc:sldMk cId="3671937862" sldId="278"/>
            <ac:picMk id="3" creationId="{8DC91135-4DFB-98C6-0A6E-CD6BC9C43F23}"/>
          </ac:picMkLst>
        </pc:picChg>
      </pc:sldChg>
      <pc:sldChg chg="addSp delSp modSp modMedia addAnim delAnim">
        <pc:chgData name="Chuqian Zhang (MSc Elec + Computer Eng FT)" userId="S::cxz577@student.bham.ac.uk::a6957757-53c6-4dd7-a3cd-9fa8195c4d29" providerId="AD" clId="Web-{9D3889AB-C462-1106-469A-0B5719E0DEA5}" dt="2026-03-30T14:44:33.900" v="27"/>
        <pc:sldMkLst>
          <pc:docMk/>
          <pc:sldMk cId="2220701752" sldId="280"/>
        </pc:sldMkLst>
        <pc:picChg chg="add del mod">
          <ac:chgData name="Chuqian Zhang (MSc Elec + Computer Eng FT)" userId="S::cxz577@student.bham.ac.uk::a6957757-53c6-4dd7-a3cd-9fa8195c4d29" providerId="AD" clId="Web-{9D3889AB-C462-1106-469A-0B5719E0DEA5}" dt="2026-03-30T14:43:42.289" v="22"/>
          <ac:picMkLst>
            <pc:docMk/>
            <pc:sldMk cId="2220701752" sldId="280"/>
            <ac:picMk id="3" creationId="{0EC698C5-28E6-8F0F-320F-3D9ABA994641}"/>
          </ac:picMkLst>
        </pc:picChg>
        <pc:picChg chg="add mod">
          <ac:chgData name="Chuqian Zhang (MSc Elec + Computer Eng FT)" userId="S::cxz577@student.bham.ac.uk::a6957757-53c6-4dd7-a3cd-9fa8195c4d29" providerId="AD" clId="Web-{9D3889AB-C462-1106-469A-0B5719E0DEA5}" dt="2026-03-30T14:44:33.900" v="27"/>
          <ac:picMkLst>
            <pc:docMk/>
            <pc:sldMk cId="2220701752" sldId="280"/>
            <ac:picMk id="7" creationId="{0C52738F-6AB3-1711-6241-AA1D11B73149}"/>
          </ac:picMkLst>
        </pc:picChg>
      </pc:sldChg>
      <pc:sldChg chg="addSp delSp modSp modMedia addAnim delAnim">
        <pc:chgData name="Chuqian Zhang (MSc Elec + Computer Eng FT)" userId="S::cxz577@student.bham.ac.uk::a6957757-53c6-4dd7-a3cd-9fa8195c4d29" providerId="AD" clId="Web-{9D3889AB-C462-1106-469A-0B5719E0DEA5}" dt="2026-03-30T14:54:44.947" v="33"/>
        <pc:sldMkLst>
          <pc:docMk/>
          <pc:sldMk cId="2997679909" sldId="281"/>
        </pc:sldMkLst>
        <pc:picChg chg="add del mod">
          <ac:chgData name="Chuqian Zhang (MSc Elec + Computer Eng FT)" userId="S::cxz577@student.bham.ac.uk::a6957757-53c6-4dd7-a3cd-9fa8195c4d29" providerId="AD" clId="Web-{9D3889AB-C462-1106-469A-0B5719E0DEA5}" dt="2026-03-30T14:52:53.317" v="28"/>
          <ac:picMkLst>
            <pc:docMk/>
            <pc:sldMk cId="2997679909" sldId="281"/>
            <ac:picMk id="11" creationId="{CB8F0FC2-0760-3595-794E-49A92E00668D}"/>
          </ac:picMkLst>
        </pc:picChg>
        <pc:picChg chg="add mod">
          <ac:chgData name="Chuqian Zhang (MSc Elec + Computer Eng FT)" userId="S::cxz577@student.bham.ac.uk::a6957757-53c6-4dd7-a3cd-9fa8195c4d29" providerId="AD" clId="Web-{9D3889AB-C462-1106-469A-0B5719E0DEA5}" dt="2026-03-30T14:54:44.947" v="33"/>
          <ac:picMkLst>
            <pc:docMk/>
            <pc:sldMk cId="2997679909" sldId="281"/>
            <ac:picMk id="16" creationId="{F7DB29B0-2898-4CEB-23BC-9084B9AD5BC6}"/>
          </ac:picMkLst>
        </pc:picChg>
      </pc:sldChg>
      <pc:sldChg chg="addSp delSp modSp modMedia addAnim delAnim">
        <pc:chgData name="Chuqian Zhang (MSc Elec + Computer Eng FT)" userId="S::cxz577@student.bham.ac.uk::a6957757-53c6-4dd7-a3cd-9fa8195c4d29" providerId="AD" clId="Web-{9D3889AB-C462-1106-469A-0B5719E0DEA5}" dt="2026-03-30T14:58:05.588" v="39"/>
        <pc:sldMkLst>
          <pc:docMk/>
          <pc:sldMk cId="3060741557" sldId="283"/>
        </pc:sldMkLst>
        <pc:picChg chg="add del mod">
          <ac:chgData name="Chuqian Zhang (MSc Elec + Computer Eng FT)" userId="S::cxz577@student.bham.ac.uk::a6957757-53c6-4dd7-a3cd-9fa8195c4d29" providerId="AD" clId="Web-{9D3889AB-C462-1106-469A-0B5719E0DEA5}" dt="2026-03-30T14:57:35.211" v="34"/>
          <ac:picMkLst>
            <pc:docMk/>
            <pc:sldMk cId="3060741557" sldId="283"/>
            <ac:picMk id="7" creationId="{91A473B3-077F-F38B-1C00-093BD3ABC95E}"/>
          </ac:picMkLst>
        </pc:picChg>
        <pc:picChg chg="add mod">
          <ac:chgData name="Chuqian Zhang (MSc Elec + Computer Eng FT)" userId="S::cxz577@student.bham.ac.uk::a6957757-53c6-4dd7-a3cd-9fa8195c4d29" providerId="AD" clId="Web-{9D3889AB-C462-1106-469A-0B5719E0DEA5}" dt="2026-03-30T14:58:05.588" v="39"/>
          <ac:picMkLst>
            <pc:docMk/>
            <pc:sldMk cId="3060741557" sldId="283"/>
            <ac:picMk id="8" creationId="{231AFD70-4183-0B4C-3CE1-E77B6E0E0BEF}"/>
          </ac:picMkLst>
        </pc:picChg>
      </pc:sldChg>
    </pc:docChg>
  </pc:docChgLst>
  <pc:docChgLst>
    <pc:chgData name="Jingtian Yang (MSc Elec + Computer Eng FT)" userId="S::jxy505@student.bham.ac.uk::e2098e42-27d2-42b6-aa7a-0bcd97275705" providerId="AD" clId="Web-{858F5DAD-4404-0C71-BEBC-7CD1B0A44D94}"/>
    <pc:docChg chg="modSld">
      <pc:chgData name="Jingtian Yang (MSc Elec + Computer Eng FT)" userId="S::jxy505@student.bham.ac.uk::e2098e42-27d2-42b6-aa7a-0bcd97275705" providerId="AD" clId="Web-{858F5DAD-4404-0C71-BEBC-7CD1B0A44D94}" dt="2026-03-26T11:20:34.277" v="54" actId="1076"/>
      <pc:docMkLst>
        <pc:docMk/>
      </pc:docMkLst>
      <pc:sldChg chg="addSp modSp">
        <pc:chgData name="Jingtian Yang (MSc Elec + Computer Eng FT)" userId="S::jxy505@student.bham.ac.uk::e2098e42-27d2-42b6-aa7a-0bcd97275705" providerId="AD" clId="Web-{858F5DAD-4404-0C71-BEBC-7CD1B0A44D94}" dt="2026-03-26T11:20:34.277" v="54" actId="1076"/>
        <pc:sldMkLst>
          <pc:docMk/>
          <pc:sldMk cId="1706959544" sldId="279"/>
        </pc:sldMkLst>
        <pc:spChg chg="mod">
          <ac:chgData name="Jingtian Yang (MSc Elec + Computer Eng FT)" userId="S::jxy505@student.bham.ac.uk::e2098e42-27d2-42b6-aa7a-0bcd97275705" providerId="AD" clId="Web-{858F5DAD-4404-0C71-BEBC-7CD1B0A44D94}" dt="2026-03-26T11:19:11.807" v="46" actId="14100"/>
          <ac:spMkLst>
            <pc:docMk/>
            <pc:sldMk cId="1706959544" sldId="279"/>
            <ac:spMk id="5" creationId="{95C83B2B-DF1F-B865-C4EC-9C8CC51E0787}"/>
          </ac:spMkLst>
        </pc:spChg>
        <pc:spChg chg="add mod">
          <ac:chgData name="Jingtian Yang (MSc Elec + Computer Eng FT)" userId="S::jxy505@student.bham.ac.uk::e2098e42-27d2-42b6-aa7a-0bcd97275705" providerId="AD" clId="Web-{858F5DAD-4404-0C71-BEBC-7CD1B0A44D94}" dt="2026-03-26T11:20:07.683" v="53" actId="20577"/>
          <ac:spMkLst>
            <pc:docMk/>
            <pc:sldMk cId="1706959544" sldId="279"/>
            <ac:spMk id="6" creationId="{81D078A2-7F09-6757-76A0-B70E173034B8}"/>
          </ac:spMkLst>
        </pc:spChg>
        <pc:picChg chg="add mod">
          <ac:chgData name="Jingtian Yang (MSc Elec + Computer Eng FT)" userId="S::jxy505@student.bham.ac.uk::e2098e42-27d2-42b6-aa7a-0bcd97275705" providerId="AD" clId="Web-{858F5DAD-4404-0C71-BEBC-7CD1B0A44D94}" dt="2026-03-26T11:20:34.277" v="54" actId="1076"/>
          <ac:picMkLst>
            <pc:docMk/>
            <pc:sldMk cId="1706959544" sldId="279"/>
            <ac:picMk id="2" creationId="{3D4E615F-34F4-EE09-67E8-C65CF21148C7}"/>
          </ac:picMkLst>
        </pc:picChg>
      </pc:sldChg>
    </pc:docChg>
  </pc:docChgLst>
  <pc:docChgLst>
    <pc:chgData name="Congrui Yang (MSc Elec + Computer Eng FT)" userId="S::cxy431@student.bham.ac.uk::45fdbda8-eeda-4d33-bf14-9e173ba59dac" providerId="AD" clId="Web-{B81F831D-86C9-F162-8EE2-8B84C1A71A99}"/>
    <pc:docChg chg="modSld">
      <pc:chgData name="Congrui Yang (MSc Elec + Computer Eng FT)" userId="S::cxy431@student.bham.ac.uk::45fdbda8-eeda-4d33-bf14-9e173ba59dac" providerId="AD" clId="Web-{B81F831D-86C9-F162-8EE2-8B84C1A71A99}" dt="2026-03-25T22:19:51.438" v="90" actId="20577"/>
      <pc:docMkLst>
        <pc:docMk/>
      </pc:docMkLst>
      <pc:sldChg chg="modSp">
        <pc:chgData name="Congrui Yang (MSc Elec + Computer Eng FT)" userId="S::cxy431@student.bham.ac.uk::45fdbda8-eeda-4d33-bf14-9e173ba59dac" providerId="AD" clId="Web-{B81F831D-86C9-F162-8EE2-8B84C1A71A99}" dt="2026-03-25T22:19:51.438" v="90" actId="20577"/>
        <pc:sldMkLst>
          <pc:docMk/>
          <pc:sldMk cId="1347130102" sldId="274"/>
        </pc:sldMkLst>
        <pc:spChg chg="mod">
          <ac:chgData name="Congrui Yang (MSc Elec + Computer Eng FT)" userId="S::cxy431@student.bham.ac.uk::45fdbda8-eeda-4d33-bf14-9e173ba59dac" providerId="AD" clId="Web-{B81F831D-86C9-F162-8EE2-8B84C1A71A99}" dt="2026-03-25T22:19:51.438" v="90" actId="20577"/>
          <ac:spMkLst>
            <pc:docMk/>
            <pc:sldMk cId="1347130102" sldId="274"/>
            <ac:spMk id="7" creationId="{1AAD5610-29D3-37BE-9485-A92E9CA86EA0}"/>
          </ac:spMkLst>
        </pc:spChg>
      </pc:sldChg>
      <pc:sldChg chg="addSp modSp">
        <pc:chgData name="Congrui Yang (MSc Elec + Computer Eng FT)" userId="S::cxy431@student.bham.ac.uk::45fdbda8-eeda-4d33-bf14-9e173ba59dac" providerId="AD" clId="Web-{B81F831D-86C9-F162-8EE2-8B84C1A71A99}" dt="2026-03-25T22:17:29.420" v="87" actId="1076"/>
        <pc:sldMkLst>
          <pc:docMk/>
          <pc:sldMk cId="2791787981" sldId="275"/>
        </pc:sldMkLst>
        <pc:spChg chg="mod">
          <ac:chgData name="Congrui Yang (MSc Elec + Computer Eng FT)" userId="S::cxy431@student.bham.ac.uk::45fdbda8-eeda-4d33-bf14-9e173ba59dac" providerId="AD" clId="Web-{B81F831D-86C9-F162-8EE2-8B84C1A71A99}" dt="2026-03-25T22:17:24.233" v="86" actId="1076"/>
          <ac:spMkLst>
            <pc:docMk/>
            <pc:sldMk cId="2791787981" sldId="275"/>
            <ac:spMk id="2" creationId="{0855A7B4-FEE0-6560-F424-C5F811A57C49}"/>
          </ac:spMkLst>
        </pc:spChg>
        <pc:picChg chg="add mod">
          <ac:chgData name="Congrui Yang (MSc Elec + Computer Eng FT)" userId="S::cxy431@student.bham.ac.uk::45fdbda8-eeda-4d33-bf14-9e173ba59dac" providerId="AD" clId="Web-{B81F831D-86C9-F162-8EE2-8B84C1A71A99}" dt="2026-03-25T22:17:13.639" v="84" actId="1076"/>
          <ac:picMkLst>
            <pc:docMk/>
            <pc:sldMk cId="2791787981" sldId="275"/>
            <ac:picMk id="3" creationId="{FBA12008-DD5F-9745-9192-BFBCB65824C3}"/>
          </ac:picMkLst>
        </pc:picChg>
        <pc:picChg chg="add mod">
          <ac:chgData name="Congrui Yang (MSc Elec + Computer Eng FT)" userId="S::cxy431@student.bham.ac.uk::45fdbda8-eeda-4d33-bf14-9e173ba59dac" providerId="AD" clId="Web-{B81F831D-86C9-F162-8EE2-8B84C1A71A99}" dt="2026-03-25T22:17:29.420" v="87" actId="1076"/>
          <ac:picMkLst>
            <pc:docMk/>
            <pc:sldMk cId="2791787981" sldId="275"/>
            <ac:picMk id="4" creationId="{6DD8E87E-F85E-00F0-44C1-90DD8EB46D0C}"/>
          </ac:picMkLst>
        </pc:picChg>
      </pc:sldChg>
    </pc:docChg>
  </pc:docChgLst>
  <pc:docChgLst>
    <pc:chgData name="Chuqian Zhang (MSc Elec + Computer Eng FT)" userId="S::cxz577@student.bham.ac.uk::a6957757-53c6-4dd7-a3cd-9fa8195c4d29" providerId="AD" clId="Web-{FB4B2FDD-C112-5F39-7824-432CF21C8741}"/>
    <pc:docChg chg="addSld delSld modSld">
      <pc:chgData name="Chuqian Zhang (MSc Elec + Computer Eng FT)" userId="S::cxz577@student.bham.ac.uk::a6957757-53c6-4dd7-a3cd-9fa8195c4d29" providerId="AD" clId="Web-{FB4B2FDD-C112-5F39-7824-432CF21C8741}" dt="2026-03-30T01:46:35.030" v="915" actId="1076"/>
      <pc:docMkLst>
        <pc:docMk/>
      </pc:docMkLst>
      <pc:sldChg chg="modSp">
        <pc:chgData name="Chuqian Zhang (MSc Elec + Computer Eng FT)" userId="S::cxz577@student.bham.ac.uk::a6957757-53c6-4dd7-a3cd-9fa8195c4d29" providerId="AD" clId="Web-{FB4B2FDD-C112-5F39-7824-432CF21C8741}" dt="2026-03-27T20:19:26.894" v="34" actId="20577"/>
        <pc:sldMkLst>
          <pc:docMk/>
          <pc:sldMk cId="18228651" sldId="276"/>
        </pc:sldMkLst>
        <pc:spChg chg="mod">
          <ac:chgData name="Chuqian Zhang (MSc Elec + Computer Eng FT)" userId="S::cxz577@student.bham.ac.uk::a6957757-53c6-4dd7-a3cd-9fa8195c4d29" providerId="AD" clId="Web-{FB4B2FDD-C112-5F39-7824-432CF21C8741}" dt="2026-03-27T20:19:26.894" v="34" actId="20577"/>
          <ac:spMkLst>
            <pc:docMk/>
            <pc:sldMk cId="18228651" sldId="276"/>
            <ac:spMk id="9" creationId="{00000000-0000-0000-0000-000000000000}"/>
          </ac:spMkLst>
        </pc:spChg>
      </pc:sldChg>
      <pc:sldChg chg="addSp delSp modSp">
        <pc:chgData name="Chuqian Zhang (MSc Elec + Computer Eng FT)" userId="S::cxz577@student.bham.ac.uk::a6957757-53c6-4dd7-a3cd-9fa8195c4d29" providerId="AD" clId="Web-{FB4B2FDD-C112-5F39-7824-432CF21C8741}" dt="2026-03-30T01:39:49.497" v="869" actId="1076"/>
        <pc:sldMkLst>
          <pc:docMk/>
          <pc:sldMk cId="3671937862" sldId="278"/>
        </pc:sldMkLst>
        <pc:spChg chg="add del mod">
          <ac:chgData name="Chuqian Zhang (MSc Elec + Computer Eng FT)" userId="S::cxz577@student.bham.ac.uk::a6957757-53c6-4dd7-a3cd-9fa8195c4d29" providerId="AD" clId="Web-{FB4B2FDD-C112-5F39-7824-432CF21C8741}" dt="2026-03-30T01:12:54.428" v="714"/>
          <ac:spMkLst>
            <pc:docMk/>
            <pc:sldMk cId="3671937862" sldId="278"/>
            <ac:spMk id="3" creationId="{183BA9E9-C2CB-300D-7EFE-615CC16A0843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18:16.606" v="786"/>
          <ac:spMkLst>
            <pc:docMk/>
            <pc:sldMk cId="3671937862" sldId="278"/>
            <ac:spMk id="4" creationId="{9A0185B5-333D-DB93-5F5F-5ED2553F9206}"/>
          </ac:spMkLst>
        </pc:spChg>
        <pc:spChg chg="del mod">
          <ac:chgData name="Chuqian Zhang (MSc Elec + Computer Eng FT)" userId="S::cxz577@student.bham.ac.uk::a6957757-53c6-4dd7-a3cd-9fa8195c4d29" providerId="AD" clId="Web-{FB4B2FDD-C112-5F39-7824-432CF21C8741}" dt="2026-03-30T01:12:27.365" v="713"/>
          <ac:spMkLst>
            <pc:docMk/>
            <pc:sldMk cId="3671937862" sldId="278"/>
            <ac:spMk id="5" creationId="{1F408B17-8E80-1E17-DFC5-1E0429E18CF1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39:49.497" v="869" actId="1076"/>
          <ac:spMkLst>
            <pc:docMk/>
            <pc:sldMk cId="3671937862" sldId="278"/>
            <ac:spMk id="7" creationId="{30D6CF2D-2132-F9DF-D100-90663B95316F}"/>
          </ac:spMkLst>
        </pc:spChg>
        <pc:graphicFrameChg chg="add mod ord modGraphic">
          <ac:chgData name="Chuqian Zhang (MSc Elec + Computer Eng FT)" userId="S::cxz577@student.bham.ac.uk::a6957757-53c6-4dd7-a3cd-9fa8195c4d29" providerId="AD" clId="Web-{FB4B2FDD-C112-5F39-7824-432CF21C8741}" dt="2026-03-30T01:33:02.069" v="821"/>
          <ac:graphicFrameMkLst>
            <pc:docMk/>
            <pc:sldMk cId="3671937862" sldId="278"/>
            <ac:graphicFrameMk id="6" creationId="{582EC280-3755-3669-E460-9D234FE6E4F5}"/>
          </ac:graphicFrameMkLst>
        </pc:graphicFrameChg>
      </pc:sldChg>
      <pc:sldChg chg="addSp delSp modSp">
        <pc:chgData name="Chuqian Zhang (MSc Elec + Computer Eng FT)" userId="S::cxz577@student.bham.ac.uk::a6957757-53c6-4dd7-a3cd-9fa8195c4d29" providerId="AD" clId="Web-{FB4B2FDD-C112-5F39-7824-432CF21C8741}" dt="2026-03-30T01:39:11.497" v="842" actId="1076"/>
        <pc:sldMkLst>
          <pc:docMk/>
          <pc:sldMk cId="2220701752" sldId="280"/>
        </pc:sldMkLst>
        <pc:spChg chg="mod">
          <ac:chgData name="Chuqian Zhang (MSc Elec + Computer Eng FT)" userId="S::cxz577@student.bham.ac.uk::a6957757-53c6-4dd7-a3cd-9fa8195c4d29" providerId="AD" clId="Web-{FB4B2FDD-C112-5F39-7824-432CF21C8741}" dt="2026-03-29T22:24:17.083" v="374" actId="14100"/>
          <ac:spMkLst>
            <pc:docMk/>
            <pc:sldMk cId="2220701752" sldId="280"/>
            <ac:spMk id="4" creationId="{C6FB7BB4-B9BD-2FC8-45C6-6C52B0FAA80B}"/>
          </ac:spMkLst>
        </pc:spChg>
        <pc:spChg chg="add del mod">
          <ac:chgData name="Chuqian Zhang (MSc Elec + Computer Eng FT)" userId="S::cxz577@student.bham.ac.uk::a6957757-53c6-4dd7-a3cd-9fa8195c4d29" providerId="AD" clId="Web-{FB4B2FDD-C112-5F39-7824-432CF21C8741}" dt="2026-03-30T01:26:51.307" v="798" actId="20577"/>
          <ac:spMkLst>
            <pc:docMk/>
            <pc:sldMk cId="2220701752" sldId="280"/>
            <ac:spMk id="5" creationId="{19056B0B-82C1-E3A9-9A46-4F4C992FB5B7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39:11.497" v="842" actId="1076"/>
          <ac:spMkLst>
            <pc:docMk/>
            <pc:sldMk cId="2220701752" sldId="280"/>
            <ac:spMk id="6" creationId="{2125C9B2-35E2-9F95-75BE-5C7024C6B069}"/>
          </ac:spMkLst>
        </pc:spChg>
        <pc:spChg chg="add del mod">
          <ac:chgData name="Chuqian Zhang (MSc Elec + Computer Eng FT)" userId="S::cxz577@student.bham.ac.uk::a6957757-53c6-4dd7-a3cd-9fa8195c4d29" providerId="AD" clId="Web-{FB4B2FDD-C112-5F39-7824-432CF21C8741}" dt="2026-03-29T21:54:32.006" v="147"/>
          <ac:spMkLst>
            <pc:docMk/>
            <pc:sldMk cId="2220701752" sldId="280"/>
            <ac:spMk id="7" creationId="{35D832DE-A65D-8996-4565-950912E4CB43}"/>
          </ac:spMkLst>
        </pc:spChg>
        <pc:graphicFrameChg chg="add mod modGraphic">
          <ac:chgData name="Chuqian Zhang (MSc Elec + Computer Eng FT)" userId="S::cxz577@student.bham.ac.uk::a6957757-53c6-4dd7-a3cd-9fa8195c4d29" providerId="AD" clId="Web-{FB4B2FDD-C112-5F39-7824-432CF21C8741}" dt="2026-03-30T01:28:23.608" v="810"/>
          <ac:graphicFrameMkLst>
            <pc:docMk/>
            <pc:sldMk cId="2220701752" sldId="280"/>
            <ac:graphicFrameMk id="2" creationId="{EBD0F429-0E59-337F-D6B6-BFAC71E1C93F}"/>
          </ac:graphicFrameMkLst>
        </pc:graphicFrameChg>
      </pc:sldChg>
      <pc:sldChg chg="addSp delSp modSp add replId">
        <pc:chgData name="Chuqian Zhang (MSc Elec + Computer Eng FT)" userId="S::cxz577@student.bham.ac.uk::a6957757-53c6-4dd7-a3cd-9fa8195c4d29" providerId="AD" clId="Web-{FB4B2FDD-C112-5F39-7824-432CF21C8741}" dt="2026-03-30T01:38:43.278" v="832" actId="1076"/>
        <pc:sldMkLst>
          <pc:docMk/>
          <pc:sldMk cId="2997679909" sldId="281"/>
        </pc:sldMkLst>
        <pc:spChg chg="add mod">
          <ac:chgData name="Chuqian Zhang (MSc Elec + Computer Eng FT)" userId="S::cxz577@student.bham.ac.uk::a6957757-53c6-4dd7-a3cd-9fa8195c4d29" providerId="AD" clId="Web-{FB4B2FDD-C112-5F39-7824-432CF21C8741}" dt="2026-03-30T00:49:36.456" v="622" actId="1076"/>
          <ac:spMkLst>
            <pc:docMk/>
            <pc:sldMk cId="2997679909" sldId="281"/>
            <ac:spMk id="2" creationId="{5E86A892-F751-3676-3D2F-561F482F50AB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1:29:57.799" v="811" actId="20577"/>
          <ac:spMkLst>
            <pc:docMk/>
            <pc:sldMk cId="2997679909" sldId="281"/>
            <ac:spMk id="3" creationId="{A5165A6E-F118-35C7-9158-A455619B5A40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29T22:54:15.512" v="459" actId="20577"/>
          <ac:spMkLst>
            <pc:docMk/>
            <pc:sldMk cId="2997679909" sldId="281"/>
            <ac:spMk id="4" creationId="{A0C26FD6-F0E2-0DE1-4C03-66917C1DA492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29T22:39:28.268" v="455" actId="1076"/>
          <ac:spMkLst>
            <pc:docMk/>
            <pc:sldMk cId="2997679909" sldId="281"/>
            <ac:spMk id="5" creationId="{5171BCAB-5948-08CD-DB97-D798CA0811BD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38:43.278" v="832" actId="1076"/>
          <ac:spMkLst>
            <pc:docMk/>
            <pc:sldMk cId="2997679909" sldId="281"/>
            <ac:spMk id="6" creationId="{33F8CEA1-FFC9-D3AD-C3F1-C15B5CC48610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7:32.598" v="688" actId="20577"/>
          <ac:spMkLst>
            <pc:docMk/>
            <pc:sldMk cId="2997679909" sldId="281"/>
            <ac:spMk id="7" creationId="{9B8287EF-D0C7-216A-248A-159F4D855B18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3:18.199" v="644" actId="20577"/>
          <ac:spMkLst>
            <pc:docMk/>
            <pc:sldMk cId="2997679909" sldId="281"/>
            <ac:spMk id="8" creationId="{14667F15-E786-49FE-4B71-6C0C2D61518B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3:38.575" v="646" actId="20577"/>
          <ac:spMkLst>
            <pc:docMk/>
            <pc:sldMk cId="2997679909" sldId="281"/>
            <ac:spMk id="9" creationId="{B9F41BCC-08C6-50EA-076D-EAC33E7273CC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3:41.888" v="648" actId="20577"/>
          <ac:spMkLst>
            <pc:docMk/>
            <pc:sldMk cId="2997679909" sldId="281"/>
            <ac:spMk id="10" creationId="{8F7FAFC8-2EA7-501F-D805-C7FC150CD26C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0:43.113" v="633" actId="1076"/>
          <ac:spMkLst>
            <pc:docMk/>
            <pc:sldMk cId="2997679909" sldId="281"/>
            <ac:spMk id="12" creationId="{058B7088-B2CD-DB63-B079-8729A0CB156B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0:53.910" v="635" actId="1076"/>
          <ac:spMkLst>
            <pc:docMk/>
            <pc:sldMk cId="2997679909" sldId="281"/>
            <ac:spMk id="13" creationId="{DC4D7C9C-A7A1-8FCF-6458-050679FC3B61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1:12.613" v="638" actId="1076"/>
          <ac:spMkLst>
            <pc:docMk/>
            <pc:sldMk cId="2997679909" sldId="281"/>
            <ac:spMk id="14" creationId="{DACAC49C-E964-5A13-DC7D-B3E82E1184F5}"/>
          </ac:spMkLst>
        </pc:spChg>
        <pc:spChg chg="add mod">
          <ac:chgData name="Chuqian Zhang (MSc Elec + Computer Eng FT)" userId="S::cxz577@student.bham.ac.uk::a6957757-53c6-4dd7-a3cd-9fa8195c4d29" providerId="AD" clId="Web-{FB4B2FDD-C112-5F39-7824-432CF21C8741}" dt="2026-03-30T00:51:31.771" v="641" actId="1076"/>
          <ac:spMkLst>
            <pc:docMk/>
            <pc:sldMk cId="2997679909" sldId="281"/>
            <ac:spMk id="15" creationId="{F712CDEC-9407-7185-465D-F4B9E6FE24F7}"/>
          </ac:spMkLst>
        </pc:spChg>
        <pc:cxnChg chg="add del mod">
          <ac:chgData name="Chuqian Zhang (MSc Elec + Computer Eng FT)" userId="S::cxz577@student.bham.ac.uk::a6957757-53c6-4dd7-a3cd-9fa8195c4d29" providerId="AD" clId="Web-{FB4B2FDD-C112-5F39-7824-432CF21C8741}" dt="2026-03-30T00:50:08.878" v="628"/>
          <ac:cxnSpMkLst>
            <pc:docMk/>
            <pc:sldMk cId="2997679909" sldId="281"/>
            <ac:cxnSpMk id="11" creationId="{D0FCED36-FD35-2A6F-7631-9B32FF77F839}"/>
          </ac:cxnSpMkLst>
        </pc:cxnChg>
      </pc:sldChg>
      <pc:sldChg chg="add del replId">
        <pc:chgData name="Chuqian Zhang (MSc Elec + Computer Eng FT)" userId="S::cxz577@student.bham.ac.uk::a6957757-53c6-4dd7-a3cd-9fa8195c4d29" providerId="AD" clId="Web-{FB4B2FDD-C112-5F39-7824-432CF21C8741}" dt="2026-03-30T00:36:43.223" v="576"/>
        <pc:sldMkLst>
          <pc:docMk/>
          <pc:sldMk cId="230841626" sldId="282"/>
        </pc:sldMkLst>
      </pc:sldChg>
      <pc:sldChg chg="addSp modSp add replId">
        <pc:chgData name="Chuqian Zhang (MSc Elec + Computer Eng FT)" userId="S::cxz577@student.bham.ac.uk::a6957757-53c6-4dd7-a3cd-9fa8195c4d29" providerId="AD" clId="Web-{FB4B2FDD-C112-5F39-7824-432CF21C8741}" dt="2026-03-30T01:46:35.030" v="915" actId="1076"/>
        <pc:sldMkLst>
          <pc:docMk/>
          <pc:sldMk cId="3060741557" sldId="283"/>
        </pc:sldMkLst>
        <pc:spChg chg="add mod">
          <ac:chgData name="Chuqian Zhang (MSc Elec + Computer Eng FT)" userId="S::cxz577@student.bham.ac.uk::a6957757-53c6-4dd7-a3cd-9fa8195c4d29" providerId="AD" clId="Web-{FB4B2FDD-C112-5F39-7824-432CF21C8741}" dt="2026-03-30T01:46:30.108" v="913" actId="14100"/>
          <ac:spMkLst>
            <pc:docMk/>
            <pc:sldMk cId="3060741557" sldId="283"/>
            <ac:spMk id="2" creationId="{F66AB98C-F3CC-2275-176F-7CB41D71DFD0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46:35.030" v="915" actId="1076"/>
          <ac:spMkLst>
            <pc:docMk/>
            <pc:sldMk cId="3060741557" sldId="283"/>
            <ac:spMk id="3" creationId="{BC9D11D0-BB0D-72D7-F41F-C10209D84875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29T23:02:05.918" v="474" actId="20577"/>
          <ac:spMkLst>
            <pc:docMk/>
            <pc:sldMk cId="3060741557" sldId="283"/>
            <ac:spMk id="4" creationId="{E1AB3144-5149-75EB-8D96-B92F73415D4C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44:19.274" v="895" actId="1076"/>
          <ac:spMkLst>
            <pc:docMk/>
            <pc:sldMk cId="3060741557" sldId="283"/>
            <ac:spMk id="5" creationId="{DB9180F8-9BA7-050B-8A37-683C1D3C53B9}"/>
          </ac:spMkLst>
        </pc:spChg>
        <pc:spChg chg="mod">
          <ac:chgData name="Chuqian Zhang (MSc Elec + Computer Eng FT)" userId="S::cxz577@student.bham.ac.uk::a6957757-53c6-4dd7-a3cd-9fa8195c4d29" providerId="AD" clId="Web-{FB4B2FDD-C112-5F39-7824-432CF21C8741}" dt="2026-03-30T01:39:28.856" v="858" actId="1076"/>
          <ac:spMkLst>
            <pc:docMk/>
            <pc:sldMk cId="3060741557" sldId="283"/>
            <ac:spMk id="6" creationId="{A1F1BE3B-CFE5-EAE3-B93A-6441DD856444}"/>
          </ac:spMkLst>
        </pc:spChg>
      </pc:sldChg>
      <pc:sldChg chg="add del replId">
        <pc:chgData name="Chuqian Zhang (MSc Elec + Computer Eng FT)" userId="S::cxz577@student.bham.ac.uk::a6957757-53c6-4dd7-a3cd-9fa8195c4d29" providerId="AD" clId="Web-{FB4B2FDD-C112-5F39-7824-432CF21C8741}" dt="2026-03-30T01:35:41.962" v="822"/>
        <pc:sldMkLst>
          <pc:docMk/>
          <pc:sldMk cId="3989311513" sldId="284"/>
        </pc:sldMkLst>
      </pc:sldChg>
    </pc:docChg>
  </pc:docChgLst>
  <pc:docChgLst>
    <pc:chgData name="Mohammed Talib (MEng Elec + Elec Eng w Ind Yea)" userId="c1cf71d5-e838-4811-9cdb-253303eadad1" providerId="ADAL" clId="{A45A1519-0FF1-4B42-9F1F-BAB6AEA0CD00}"/>
    <pc:docChg chg="undo redo custSel addSld modSld modShowInfo">
      <pc:chgData name="Mohammed Talib (MEng Elec + Elec Eng w Ind Yea)" userId="c1cf71d5-e838-4811-9cdb-253303eadad1" providerId="ADAL" clId="{A45A1519-0FF1-4B42-9F1F-BAB6AEA0CD00}" dt="2026-03-30T16:15:22.461" v="1366" actId="20577"/>
      <pc:docMkLst>
        <pc:docMk/>
      </pc:docMkLst>
      <pc:sldChg chg="addSp delSp modSp mod modTransition delAnim modAnim modNotesTx">
        <pc:chgData name="Mohammed Talib (MEng Elec + Elec Eng w Ind Yea)" userId="c1cf71d5-e838-4811-9cdb-253303eadad1" providerId="ADAL" clId="{A45A1519-0FF1-4B42-9F1F-BAB6AEA0CD00}" dt="2026-03-25T20:26:09.968" v="1327"/>
        <pc:sldMkLst>
          <pc:docMk/>
          <pc:sldMk cId="3855887011" sldId="262"/>
        </pc:sldMkLst>
        <pc:picChg chg="add mod">
          <ac:chgData name="Mohammed Talib (MEng Elec + Elec Eng w Ind Yea)" userId="c1cf71d5-e838-4811-9cdb-253303eadad1" providerId="ADAL" clId="{A45A1519-0FF1-4B42-9F1F-BAB6AEA0CD00}" dt="2026-03-25T20:26:09.968" v="1327"/>
          <ac:picMkLst>
            <pc:docMk/>
            <pc:sldMk cId="3855887011" sldId="262"/>
            <ac:picMk id="18" creationId="{D0E2308F-EA0F-A2C0-A719-CF080E914C89}"/>
          </ac:picMkLst>
        </pc:picChg>
      </pc:sldChg>
      <pc:sldChg chg="addSp delSp modSp mod modTransition modAnim modNotesTx">
        <pc:chgData name="Mohammed Talib (MEng Elec + Elec Eng w Ind Yea)" userId="c1cf71d5-e838-4811-9cdb-253303eadad1" providerId="ADAL" clId="{A45A1519-0FF1-4B42-9F1F-BAB6AEA0CD00}" dt="2026-03-25T20:28:28.195" v="1331"/>
        <pc:sldMkLst>
          <pc:docMk/>
          <pc:sldMk cId="878523975" sldId="266"/>
        </pc:sldMkLst>
        <pc:spChg chg="mod">
          <ac:chgData name="Mohammed Talib (MEng Elec + Elec Eng w Ind Yea)" userId="c1cf71d5-e838-4811-9cdb-253303eadad1" providerId="ADAL" clId="{A45A1519-0FF1-4B42-9F1F-BAB6AEA0CD00}" dt="2026-03-25T11:50:55.470" v="221" actId="14100"/>
          <ac:spMkLst>
            <pc:docMk/>
            <pc:sldMk cId="878523975" sldId="266"/>
            <ac:spMk id="2" creationId="{04BD614F-9890-FF34-324A-CB1FB0156BB9}"/>
          </ac:spMkLst>
        </pc:spChg>
        <pc:spChg chg="mod">
          <ac:chgData name="Mohammed Talib (MEng Elec + Elec Eng w Ind Yea)" userId="c1cf71d5-e838-4811-9cdb-253303eadad1" providerId="ADAL" clId="{A45A1519-0FF1-4B42-9F1F-BAB6AEA0CD00}" dt="2026-03-25T18:17:01.057" v="1261" actId="20577"/>
          <ac:spMkLst>
            <pc:docMk/>
            <pc:sldMk cId="878523975" sldId="266"/>
            <ac:spMk id="3" creationId="{F3D5A22A-CB29-A465-1050-5C5B727B2FB1}"/>
          </ac:spMkLst>
        </pc:spChg>
        <pc:spChg chg="mod">
          <ac:chgData name="Mohammed Talib (MEng Elec + Elec Eng w Ind Yea)" userId="c1cf71d5-e838-4811-9cdb-253303eadad1" providerId="ADAL" clId="{A45A1519-0FF1-4B42-9F1F-BAB6AEA0CD00}" dt="2026-03-25T11:55:50.849" v="504" actId="14100"/>
          <ac:spMkLst>
            <pc:docMk/>
            <pc:sldMk cId="878523975" sldId="266"/>
            <ac:spMk id="5" creationId="{0A71006B-B301-094B-1DDD-E61C4E0E8834}"/>
          </ac:spMkLst>
        </pc:spChg>
        <pc:picChg chg="add mod">
          <ac:chgData name="Mohammed Talib (MEng Elec + Elec Eng w Ind Yea)" userId="c1cf71d5-e838-4811-9cdb-253303eadad1" providerId="ADAL" clId="{A45A1519-0FF1-4B42-9F1F-BAB6AEA0CD00}" dt="2026-03-25T17:58:04.284" v="1108" actId="1076"/>
          <ac:picMkLst>
            <pc:docMk/>
            <pc:sldMk cId="878523975" sldId="266"/>
            <ac:picMk id="14" creationId="{6597BA4C-3292-9E58-D79A-2BBB97A1FC5D}"/>
          </ac:picMkLst>
        </pc:picChg>
        <pc:picChg chg="add mod">
          <ac:chgData name="Mohammed Talib (MEng Elec + Elec Eng w Ind Yea)" userId="c1cf71d5-e838-4811-9cdb-253303eadad1" providerId="ADAL" clId="{A45A1519-0FF1-4B42-9F1F-BAB6AEA0CD00}" dt="2026-03-25T20:28:28.195" v="1331"/>
          <ac:picMkLst>
            <pc:docMk/>
            <pc:sldMk cId="878523975" sldId="266"/>
            <ac:picMk id="2062" creationId="{23027BC6-18EC-78BA-7465-A1D23003F667}"/>
          </ac:picMkLst>
        </pc:picChg>
      </pc:sldChg>
      <pc:sldChg chg="addSp delSp modSp mod modTransition modAnim modNotesTx">
        <pc:chgData name="Mohammed Talib (MEng Elec + Elec Eng w Ind Yea)" userId="c1cf71d5-e838-4811-9cdb-253303eadad1" providerId="ADAL" clId="{A45A1519-0FF1-4B42-9F1F-BAB6AEA0CD00}" dt="2026-03-25T20:32:07.060" v="1337"/>
        <pc:sldMkLst>
          <pc:docMk/>
          <pc:sldMk cId="1883180384" sldId="273"/>
        </pc:sldMkLst>
        <pc:spChg chg="mod">
          <ac:chgData name="Mohammed Talib (MEng Elec + Elec Eng w Ind Yea)" userId="c1cf71d5-e838-4811-9cdb-253303eadad1" providerId="ADAL" clId="{A45A1519-0FF1-4B42-9F1F-BAB6AEA0CD00}" dt="2026-03-25T12:11:28.957" v="1065" actId="20577"/>
          <ac:spMkLst>
            <pc:docMk/>
            <pc:sldMk cId="1883180384" sldId="273"/>
            <ac:spMk id="6" creationId="{981D6A43-B843-6169-BB73-018F4998BF54}"/>
          </ac:spMkLst>
        </pc:spChg>
        <pc:spChg chg="mod">
          <ac:chgData name="Mohammed Talib (MEng Elec + Elec Eng w Ind Yea)" userId="c1cf71d5-e838-4811-9cdb-253303eadad1" providerId="ADAL" clId="{A45A1519-0FF1-4B42-9F1F-BAB6AEA0CD00}" dt="2026-03-23T13:27:58.104" v="180" actId="20577"/>
          <ac:spMkLst>
            <pc:docMk/>
            <pc:sldMk cId="1883180384" sldId="273"/>
            <ac:spMk id="8" creationId="{00000000-0000-0000-0000-000000000000}"/>
          </ac:spMkLst>
        </pc:spChg>
        <pc:picChg chg="add mod">
          <ac:chgData name="Mohammed Talib (MEng Elec + Elec Eng w Ind Yea)" userId="c1cf71d5-e838-4811-9cdb-253303eadad1" providerId="ADAL" clId="{A45A1519-0FF1-4B42-9F1F-BAB6AEA0CD00}" dt="2026-03-25T17:56:01.804" v="1096" actId="1076"/>
          <ac:picMkLst>
            <pc:docMk/>
            <pc:sldMk cId="1883180384" sldId="273"/>
            <ac:picMk id="18" creationId="{82ED0086-1617-2983-F4AB-6E6A986C074A}"/>
          </ac:picMkLst>
        </pc:picChg>
        <pc:picChg chg="add mod">
          <ac:chgData name="Mohammed Talib (MEng Elec + Elec Eng w Ind Yea)" userId="c1cf71d5-e838-4811-9cdb-253303eadad1" providerId="ADAL" clId="{A45A1519-0FF1-4B42-9F1F-BAB6AEA0CD00}" dt="2026-03-25T17:55:57.999" v="1095" actId="1076"/>
          <ac:picMkLst>
            <pc:docMk/>
            <pc:sldMk cId="1883180384" sldId="273"/>
            <ac:picMk id="20" creationId="{F60589FF-CD7B-C018-ECDF-39E45B81667A}"/>
          </ac:picMkLst>
        </pc:picChg>
        <pc:picChg chg="add mod">
          <ac:chgData name="Mohammed Talib (MEng Elec + Elec Eng w Ind Yea)" userId="c1cf71d5-e838-4811-9cdb-253303eadad1" providerId="ADAL" clId="{A45A1519-0FF1-4B42-9F1F-BAB6AEA0CD00}" dt="2026-03-25T20:32:07.060" v="1337"/>
          <ac:picMkLst>
            <pc:docMk/>
            <pc:sldMk cId="1883180384" sldId="273"/>
            <ac:picMk id="72" creationId="{5244A9B4-F48E-A4C0-5976-D92108CD6262}"/>
          </ac:picMkLst>
        </pc:picChg>
      </pc:sldChg>
      <pc:sldChg chg="modSp mod modTransition modAnim">
        <pc:chgData name="Mohammed Talib (MEng Elec + Elec Eng w Ind Yea)" userId="c1cf71d5-e838-4811-9cdb-253303eadad1" providerId="ADAL" clId="{A45A1519-0FF1-4B42-9F1F-BAB6AEA0CD00}" dt="2026-03-29T19:08:58.378" v="1345"/>
        <pc:sldMkLst>
          <pc:docMk/>
          <pc:sldMk cId="1347130102" sldId="274"/>
        </pc:sldMkLst>
        <pc:spChg chg="mod">
          <ac:chgData name="Mohammed Talib (MEng Elec + Elec Eng w Ind Yea)" userId="c1cf71d5-e838-4811-9cdb-253303eadad1" providerId="ADAL" clId="{A45A1519-0FF1-4B42-9F1F-BAB6AEA0CD00}" dt="2026-03-23T13:24:31.955" v="57" actId="20577"/>
          <ac:spMkLst>
            <pc:docMk/>
            <pc:sldMk cId="1347130102" sldId="274"/>
            <ac:spMk id="8" creationId="{00000000-0000-0000-0000-000000000000}"/>
          </ac:spMkLst>
        </pc:spChg>
        <pc:picChg chg="mod">
          <ac:chgData name="Mohammed Talib (MEng Elec + Elec Eng w Ind Yea)" userId="c1cf71d5-e838-4811-9cdb-253303eadad1" providerId="ADAL" clId="{A45A1519-0FF1-4B42-9F1F-BAB6AEA0CD00}" dt="2026-03-29T19:08:23.893" v="1340" actId="1076"/>
          <ac:picMkLst>
            <pc:docMk/>
            <pc:sldMk cId="1347130102" sldId="274"/>
            <ac:picMk id="6" creationId="{601701AF-76DE-70DA-D3DC-5A5F4963A792}"/>
          </ac:picMkLst>
        </pc:picChg>
      </pc:sldChg>
      <pc:sldChg chg="addSp delSp modSp mod modTransition modAnim">
        <pc:chgData name="Mohammed Talib (MEng Elec + Elec Eng w Ind Yea)" userId="c1cf71d5-e838-4811-9cdb-253303eadad1" providerId="ADAL" clId="{A45A1519-0FF1-4B42-9F1F-BAB6AEA0CD00}" dt="2026-03-29T19:08:52.720" v="1344"/>
        <pc:sldMkLst>
          <pc:docMk/>
          <pc:sldMk cId="2791787981" sldId="275"/>
        </pc:sldMkLst>
        <pc:spChg chg="add mod">
          <ac:chgData name="Mohammed Talib (MEng Elec + Elec Eng w Ind Yea)" userId="c1cf71d5-e838-4811-9cdb-253303eadad1" providerId="ADAL" clId="{A45A1519-0FF1-4B42-9F1F-BAB6AEA0CD00}" dt="2026-03-23T13:24:24.292" v="53"/>
          <ac:spMkLst>
            <pc:docMk/>
            <pc:sldMk cId="2791787981" sldId="275"/>
            <ac:spMk id="7" creationId="{91604AAB-9584-0457-AFD6-3EA7AB28364B}"/>
          </ac:spMkLst>
        </pc:spChg>
        <pc:spChg chg="mod">
          <ac:chgData name="Mohammed Talib (MEng Elec + Elec Eng w Ind Yea)" userId="c1cf71d5-e838-4811-9cdb-253303eadad1" providerId="ADAL" clId="{A45A1519-0FF1-4B42-9F1F-BAB6AEA0CD00}" dt="2026-03-23T13:24:39.262" v="63" actId="20577"/>
          <ac:spMkLst>
            <pc:docMk/>
            <pc:sldMk cId="2791787981" sldId="275"/>
            <ac:spMk id="8" creationId="{00000000-0000-0000-0000-000000000000}"/>
          </ac:spMkLst>
        </pc:spChg>
        <pc:picChg chg="mod">
          <ac:chgData name="Mohammed Talib (MEng Elec + Elec Eng w Ind Yea)" userId="c1cf71d5-e838-4811-9cdb-253303eadad1" providerId="ADAL" clId="{A45A1519-0FF1-4B42-9F1F-BAB6AEA0CD00}" dt="2026-03-29T19:08:47.561" v="1342" actId="1076"/>
          <ac:picMkLst>
            <pc:docMk/>
            <pc:sldMk cId="2791787981" sldId="275"/>
            <ac:picMk id="10" creationId="{44B75852-55C7-40E0-9877-2B4186D094FC}"/>
          </ac:picMkLst>
        </pc:picChg>
      </pc:sldChg>
      <pc:sldChg chg="modSp mod modTransition">
        <pc:chgData name="Mohammed Talib (MEng Elec + Elec Eng w Ind Yea)" userId="c1cf71d5-e838-4811-9cdb-253303eadad1" providerId="ADAL" clId="{A45A1519-0FF1-4B42-9F1F-BAB6AEA0CD00}" dt="2026-03-30T16:15:22.461" v="1366" actId="20577"/>
        <pc:sldMkLst>
          <pc:docMk/>
          <pc:sldMk cId="18228651" sldId="276"/>
        </pc:sldMkLst>
        <pc:spChg chg="mod">
          <ac:chgData name="Mohammed Talib (MEng Elec + Elec Eng w Ind Yea)" userId="c1cf71d5-e838-4811-9cdb-253303eadad1" providerId="ADAL" clId="{A45A1519-0FF1-4B42-9F1F-BAB6AEA0CD00}" dt="2026-03-30T16:15:22.461" v="1366" actId="20577"/>
          <ac:spMkLst>
            <pc:docMk/>
            <pc:sldMk cId="18228651" sldId="276"/>
            <ac:spMk id="9" creationId="{00000000-0000-0000-0000-000000000000}"/>
          </ac:spMkLst>
        </pc:spChg>
      </pc:sldChg>
      <pc:sldChg chg="addSp delSp modSp mod modTransition">
        <pc:chgData name="Mohammed Talib (MEng Elec + Elec Eng w Ind Yea)" userId="c1cf71d5-e838-4811-9cdb-253303eadad1" providerId="ADAL" clId="{A45A1519-0FF1-4B42-9F1F-BAB6AEA0CD00}" dt="2026-03-23T13:31:10.836" v="214"/>
        <pc:sldMkLst>
          <pc:docMk/>
          <pc:sldMk cId="1361491591" sldId="277"/>
        </pc:sldMkLst>
        <pc:spChg chg="add mod">
          <ac:chgData name="Mohammed Talib (MEng Elec + Elec Eng w Ind Yea)" userId="c1cf71d5-e838-4811-9cdb-253303eadad1" providerId="ADAL" clId="{A45A1519-0FF1-4B42-9F1F-BAB6AEA0CD00}" dt="2026-03-23T13:27:15.408" v="124" actId="1037"/>
          <ac:spMkLst>
            <pc:docMk/>
            <pc:sldMk cId="1361491591" sldId="277"/>
            <ac:spMk id="7" creationId="{27262925-84F8-9E51-619A-2073882AEAAD}"/>
          </ac:spMkLst>
        </pc:spChg>
      </pc:sldChg>
      <pc:sldChg chg="addSp delSp modSp mod modTransition delAnim modAnim">
        <pc:chgData name="Mohammed Talib (MEng Elec + Elec Eng w Ind Yea)" userId="c1cf71d5-e838-4811-9cdb-253303eadad1" providerId="ADAL" clId="{A45A1519-0FF1-4B42-9F1F-BAB6AEA0CD00}" dt="2026-03-30T12:37:47.592" v="1353" actId="478"/>
        <pc:sldMkLst>
          <pc:docMk/>
          <pc:sldMk cId="3671937862" sldId="278"/>
        </pc:sldMkLst>
        <pc:spChg chg="mod">
          <ac:chgData name="Mohammed Talib (MEng Elec + Elec Eng w Ind Yea)" userId="c1cf71d5-e838-4811-9cdb-253303eadad1" providerId="ADAL" clId="{A45A1519-0FF1-4B42-9F1F-BAB6AEA0CD00}" dt="2026-03-23T13:28:45.200" v="213" actId="20577"/>
          <ac:spMkLst>
            <pc:docMk/>
            <pc:sldMk cId="3671937862" sldId="278"/>
            <ac:spMk id="4" creationId="{9A0185B5-333D-DB93-5F5F-5ED2553F9206}"/>
          </ac:spMkLst>
        </pc:spChg>
        <pc:spChg chg="mod">
          <ac:chgData name="Mohammed Talib (MEng Elec + Elec Eng w Ind Yea)" userId="c1cf71d5-e838-4811-9cdb-253303eadad1" providerId="ADAL" clId="{A45A1519-0FF1-4B42-9F1F-BAB6AEA0CD00}" dt="2026-03-23T13:26:23.591" v="86" actId="20577"/>
          <ac:spMkLst>
            <pc:docMk/>
            <pc:sldMk cId="3671937862" sldId="278"/>
            <ac:spMk id="7" creationId="{30D6CF2D-2132-F9DF-D100-90663B95316F}"/>
          </ac:spMkLst>
        </pc:spChg>
        <pc:picChg chg="add del mod">
          <ac:chgData name="Mohammed Talib (MEng Elec + Elec Eng w Ind Yea)" userId="c1cf71d5-e838-4811-9cdb-253303eadad1" providerId="ADAL" clId="{A45A1519-0FF1-4B42-9F1F-BAB6AEA0CD00}" dt="2026-03-30T12:37:47.592" v="1353" actId="478"/>
          <ac:picMkLst>
            <pc:docMk/>
            <pc:sldMk cId="3671937862" sldId="278"/>
            <ac:picMk id="2" creationId="{AE9668DE-6AE0-17F1-51CB-1AA166D23F58}"/>
          </ac:picMkLst>
        </pc:picChg>
      </pc:sldChg>
      <pc:sldChg chg="addSp delSp modSp mod modTransition">
        <pc:chgData name="Mohammed Talib (MEng Elec + Elec Eng w Ind Yea)" userId="c1cf71d5-e838-4811-9cdb-253303eadad1" providerId="ADAL" clId="{A45A1519-0FF1-4B42-9F1F-BAB6AEA0CD00}" dt="2026-03-29T19:09:25.416" v="1347" actId="1076"/>
        <pc:sldMkLst>
          <pc:docMk/>
          <pc:sldMk cId="1706959544" sldId="279"/>
        </pc:sldMkLst>
        <pc:spChg chg="mod">
          <ac:chgData name="Mohammed Talib (MEng Elec + Elec Eng w Ind Yea)" userId="c1cf71d5-e838-4811-9cdb-253303eadad1" providerId="ADAL" clId="{A45A1519-0FF1-4B42-9F1F-BAB6AEA0CD00}" dt="2026-03-23T13:28:42.011" v="212" actId="20577"/>
          <ac:spMkLst>
            <pc:docMk/>
            <pc:sldMk cId="1706959544" sldId="279"/>
            <ac:spMk id="4" creationId="{8BB6CAA8-A44F-E6D6-99C0-A05D7C749873}"/>
          </ac:spMkLst>
        </pc:spChg>
        <pc:spChg chg="add mod">
          <ac:chgData name="Mohammed Talib (MEng Elec + Elec Eng w Ind Yea)" userId="c1cf71d5-e838-4811-9cdb-253303eadad1" providerId="ADAL" clId="{A45A1519-0FF1-4B42-9F1F-BAB6AEA0CD00}" dt="2026-03-23T13:27:03.384" v="111" actId="20577"/>
          <ac:spMkLst>
            <pc:docMk/>
            <pc:sldMk cId="1706959544" sldId="279"/>
            <ac:spMk id="7" creationId="{18A817C9-0546-7169-7F7E-F9776883EA6F}"/>
          </ac:spMkLst>
        </pc:spChg>
        <pc:picChg chg="mod">
          <ac:chgData name="Mohammed Talib (MEng Elec + Elec Eng w Ind Yea)" userId="c1cf71d5-e838-4811-9cdb-253303eadad1" providerId="ADAL" clId="{A45A1519-0FF1-4B42-9F1F-BAB6AEA0CD00}" dt="2026-03-29T19:09:25.416" v="1347" actId="1076"/>
          <ac:picMkLst>
            <pc:docMk/>
            <pc:sldMk cId="1706959544" sldId="279"/>
            <ac:picMk id="12" creationId="{794C3E98-1477-6018-4296-00BF2885E7DE}"/>
          </ac:picMkLst>
        </pc:picChg>
      </pc:sldChg>
      <pc:sldChg chg="addSp delSp modSp new mod modTransition delAnim modAnim">
        <pc:chgData name="Mohammed Talib (MEng Elec + Elec Eng w Ind Yea)" userId="c1cf71d5-e838-4811-9cdb-253303eadad1" providerId="ADAL" clId="{A45A1519-0FF1-4B42-9F1F-BAB6AEA0CD00}" dt="2026-03-30T14:32:51.791" v="1358" actId="1076"/>
        <pc:sldMkLst>
          <pc:docMk/>
          <pc:sldMk cId="2220701752" sldId="280"/>
        </pc:sldMkLst>
        <pc:spChg chg="add mod">
          <ac:chgData name="Mohammed Talib (MEng Elec + Elec Eng w Ind Yea)" userId="c1cf71d5-e838-4811-9cdb-253303eadad1" providerId="ADAL" clId="{A45A1519-0FF1-4B42-9F1F-BAB6AEA0CD00}" dt="2026-03-23T13:23:35.589" v="22" actId="20577"/>
          <ac:spMkLst>
            <pc:docMk/>
            <pc:sldMk cId="2220701752" sldId="280"/>
            <ac:spMk id="4" creationId="{C6FB7BB4-B9BD-2FC8-45C6-6C52B0FAA80B}"/>
          </ac:spMkLst>
        </pc:spChg>
        <pc:spChg chg="add mod">
          <ac:chgData name="Mohammed Talib (MEng Elec + Elec Eng w Ind Yea)" userId="c1cf71d5-e838-4811-9cdb-253303eadad1" providerId="ADAL" clId="{A45A1519-0FF1-4B42-9F1F-BAB6AEA0CD00}" dt="2026-03-23T13:22:35.348" v="2"/>
          <ac:spMkLst>
            <pc:docMk/>
            <pc:sldMk cId="2220701752" sldId="280"/>
            <ac:spMk id="5" creationId="{19056B0B-82C1-E3A9-9A46-4F4C992FB5B7}"/>
          </ac:spMkLst>
        </pc:spChg>
        <pc:spChg chg="add mod">
          <ac:chgData name="Mohammed Talib (MEng Elec + Elec Eng w Ind Yea)" userId="c1cf71d5-e838-4811-9cdb-253303eadad1" providerId="ADAL" clId="{A45A1519-0FF1-4B42-9F1F-BAB6AEA0CD00}" dt="2026-03-23T13:26:17.979" v="79" actId="20577"/>
          <ac:spMkLst>
            <pc:docMk/>
            <pc:sldMk cId="2220701752" sldId="280"/>
            <ac:spMk id="6" creationId="{2125C9B2-35E2-9F95-75BE-5C7024C6B069}"/>
          </ac:spMkLst>
        </pc:spChg>
        <pc:picChg chg="add del mod">
          <ac:chgData name="Mohammed Talib (MEng Elec + Elec Eng w Ind Yea)" userId="c1cf71d5-e838-4811-9cdb-253303eadad1" providerId="ADAL" clId="{A45A1519-0FF1-4B42-9F1F-BAB6AEA0CD00}" dt="2026-03-30T12:37:59.351" v="1356" actId="478"/>
          <ac:picMkLst>
            <pc:docMk/>
            <pc:sldMk cId="2220701752" sldId="280"/>
            <ac:picMk id="3" creationId="{0656A055-6916-64B5-F75F-B65C951DBBBA}"/>
          </ac:picMkLst>
        </pc:picChg>
        <pc:picChg chg="mod">
          <ac:chgData name="Mohammed Talib (MEng Elec + Elec Eng w Ind Yea)" userId="c1cf71d5-e838-4811-9cdb-253303eadad1" providerId="ADAL" clId="{A45A1519-0FF1-4B42-9F1F-BAB6AEA0CD00}" dt="2026-03-30T14:32:51.791" v="1358" actId="1076"/>
          <ac:picMkLst>
            <pc:docMk/>
            <pc:sldMk cId="2220701752" sldId="280"/>
            <ac:picMk id="3" creationId="{0EC698C5-28E6-8F0F-320F-3D9ABA994641}"/>
          </ac:picMkLst>
        </pc:picChg>
      </pc:sldChg>
      <pc:sldChg chg="addSp delSp modSp mod delAnim modAnim">
        <pc:chgData name="Mohammed Talib (MEng Elec + Elec Eng w Ind Yea)" userId="c1cf71d5-e838-4811-9cdb-253303eadad1" providerId="ADAL" clId="{A45A1519-0FF1-4B42-9F1F-BAB6AEA0CD00}" dt="2026-03-30T12:37:54.594" v="1355" actId="478"/>
        <pc:sldMkLst>
          <pc:docMk/>
          <pc:sldMk cId="2997679909" sldId="281"/>
        </pc:sldMkLst>
        <pc:picChg chg="add del mod">
          <ac:chgData name="Mohammed Talib (MEng Elec + Elec Eng w Ind Yea)" userId="c1cf71d5-e838-4811-9cdb-253303eadad1" providerId="ADAL" clId="{A45A1519-0FF1-4B42-9F1F-BAB6AEA0CD00}" dt="2026-03-30T12:37:54.594" v="1355" actId="478"/>
          <ac:picMkLst>
            <pc:docMk/>
            <pc:sldMk cId="2997679909" sldId="281"/>
            <ac:picMk id="11" creationId="{9584A73B-D64F-F746-1A33-81E159E36F8F}"/>
          </ac:picMkLst>
        </pc:picChg>
      </pc:sldChg>
      <pc:sldChg chg="addSp delSp modSp mod delAnim modAnim">
        <pc:chgData name="Mohammed Talib (MEng Elec + Elec Eng w Ind Yea)" userId="c1cf71d5-e838-4811-9cdb-253303eadad1" providerId="ADAL" clId="{A45A1519-0FF1-4B42-9F1F-BAB6AEA0CD00}" dt="2026-03-30T12:37:52.502" v="1354" actId="478"/>
        <pc:sldMkLst>
          <pc:docMk/>
          <pc:sldMk cId="3060741557" sldId="283"/>
        </pc:sldMkLst>
        <pc:picChg chg="add del mod">
          <ac:chgData name="Mohammed Talib (MEng Elec + Elec Eng w Ind Yea)" userId="c1cf71d5-e838-4811-9cdb-253303eadad1" providerId="ADAL" clId="{A45A1519-0FF1-4B42-9F1F-BAB6AEA0CD00}" dt="2026-03-30T12:37:52.502" v="1354" actId="478"/>
          <ac:picMkLst>
            <pc:docMk/>
            <pc:sldMk cId="3060741557" sldId="283"/>
            <ac:picMk id="7" creationId="{6333DF8F-21DE-891C-0811-163F57BDD109}"/>
          </ac:picMkLst>
        </pc:picChg>
      </pc:sldChg>
    </pc:docChg>
  </pc:docChgLst>
  <pc:docChgLst>
    <pc:chgData name="Congrui Yang (MSc Elec + Computer Eng FT)" userId="45fdbda8-eeda-4d33-bf14-9e173ba59dac" providerId="ADAL" clId="{39293315-E9E1-4073-BECF-CC61CDCCD1E5}"/>
    <pc:docChg chg="undo custSel addSld delSld modSld">
      <pc:chgData name="Congrui Yang (MSc Elec + Computer Eng FT)" userId="45fdbda8-eeda-4d33-bf14-9e173ba59dac" providerId="ADAL" clId="{39293315-E9E1-4073-BECF-CC61CDCCD1E5}" dt="2026-03-30T18:28:21.019" v="27" actId="1076"/>
      <pc:docMkLst>
        <pc:docMk/>
      </pc:docMkLst>
      <pc:sldChg chg="delSp mod delAnim">
        <pc:chgData name="Congrui Yang (MSc Elec + Computer Eng FT)" userId="45fdbda8-eeda-4d33-bf14-9e173ba59dac" providerId="ADAL" clId="{39293315-E9E1-4073-BECF-CC61CDCCD1E5}" dt="2026-03-30T18:22:32.350" v="25" actId="478"/>
        <pc:sldMkLst>
          <pc:docMk/>
          <pc:sldMk cId="1883180384" sldId="273"/>
        </pc:sldMkLst>
        <pc:picChg chg="del">
          <ac:chgData name="Congrui Yang (MSc Elec + Computer Eng FT)" userId="45fdbda8-eeda-4d33-bf14-9e173ba59dac" providerId="ADAL" clId="{39293315-E9E1-4073-BECF-CC61CDCCD1E5}" dt="2026-03-30T18:22:32.350" v="25" actId="478"/>
          <ac:picMkLst>
            <pc:docMk/>
            <pc:sldMk cId="1883180384" sldId="273"/>
            <ac:picMk id="2" creationId="{ADD412D3-E0B5-3428-FE9B-8EB6524A305E}"/>
          </ac:picMkLst>
        </pc:picChg>
      </pc:sldChg>
      <pc:sldChg chg="addSp delSp modSp mod delAnim modAnim">
        <pc:chgData name="Congrui Yang (MSc Elec + Computer Eng FT)" userId="45fdbda8-eeda-4d33-bf14-9e173ba59dac" providerId="ADAL" clId="{39293315-E9E1-4073-BECF-CC61CDCCD1E5}" dt="2026-03-30T18:22:36.284" v="26" actId="1076"/>
        <pc:sldMkLst>
          <pc:docMk/>
          <pc:sldMk cId="1347130102" sldId="274"/>
        </pc:sldMkLst>
        <pc:picChg chg="add mod">
          <ac:chgData name="Congrui Yang (MSc Elec + Computer Eng FT)" userId="45fdbda8-eeda-4d33-bf14-9e173ba59dac" providerId="ADAL" clId="{39293315-E9E1-4073-BECF-CC61CDCCD1E5}" dt="2026-03-30T18:22:36.284" v="26" actId="1076"/>
          <ac:picMkLst>
            <pc:docMk/>
            <pc:sldMk cId="1347130102" sldId="274"/>
            <ac:picMk id="2" creationId="{AF5246E7-CD6F-7DE3-2520-D849940F28CD}"/>
          </ac:picMkLst>
        </pc:picChg>
        <pc:picChg chg="del mod">
          <ac:chgData name="Congrui Yang (MSc Elec + Computer Eng FT)" userId="45fdbda8-eeda-4d33-bf14-9e173ba59dac" providerId="ADAL" clId="{39293315-E9E1-4073-BECF-CC61CDCCD1E5}" dt="2026-03-30T18:02:58.209" v="22" actId="478"/>
          <ac:picMkLst>
            <pc:docMk/>
            <pc:sldMk cId="1347130102" sldId="274"/>
            <ac:picMk id="6" creationId="{601701AF-76DE-70DA-D3DC-5A5F4963A792}"/>
          </ac:picMkLst>
        </pc:picChg>
      </pc:sldChg>
      <pc:sldChg chg="delSp modSp mod delAnim">
        <pc:chgData name="Congrui Yang (MSc Elec + Computer Eng FT)" userId="45fdbda8-eeda-4d33-bf14-9e173ba59dac" providerId="ADAL" clId="{39293315-E9E1-4073-BECF-CC61CDCCD1E5}" dt="2026-03-30T18:28:21.019" v="27" actId="1076"/>
        <pc:sldMkLst>
          <pc:docMk/>
          <pc:sldMk cId="2791787981" sldId="275"/>
        </pc:sldMkLst>
        <pc:picChg chg="mod">
          <ac:chgData name="Congrui Yang (MSc Elec + Computer Eng FT)" userId="45fdbda8-eeda-4d33-bf14-9e173ba59dac" providerId="ADAL" clId="{39293315-E9E1-4073-BECF-CC61CDCCD1E5}" dt="2026-03-30T18:28:21.019" v="27" actId="1076"/>
          <ac:picMkLst>
            <pc:docMk/>
            <pc:sldMk cId="2791787981" sldId="275"/>
            <ac:picMk id="5" creationId="{A5B38BCD-AC78-809D-2680-C8FDA2476540}"/>
          </ac:picMkLst>
        </pc:picChg>
        <pc:picChg chg="del mod">
          <ac:chgData name="Congrui Yang (MSc Elec + Computer Eng FT)" userId="45fdbda8-eeda-4d33-bf14-9e173ba59dac" providerId="ADAL" clId="{39293315-E9E1-4073-BECF-CC61CDCCD1E5}" dt="2026-03-30T18:03:00.887" v="23" actId="478"/>
          <ac:picMkLst>
            <pc:docMk/>
            <pc:sldMk cId="2791787981" sldId="275"/>
            <ac:picMk id="10" creationId="{44B75852-55C7-40E0-9877-2B4186D094FC}"/>
          </ac:picMkLst>
        </pc:picChg>
      </pc:sldChg>
      <pc:sldChg chg="modSp mod">
        <pc:chgData name="Congrui Yang (MSc Elec + Computer Eng FT)" userId="45fdbda8-eeda-4d33-bf14-9e173ba59dac" providerId="ADAL" clId="{39293315-E9E1-4073-BECF-CC61CDCCD1E5}" dt="2026-03-28T12:34:34.600" v="17" actId="20577"/>
        <pc:sldMkLst>
          <pc:docMk/>
          <pc:sldMk cId="18228651" sldId="276"/>
        </pc:sldMkLst>
        <pc:spChg chg="mod">
          <ac:chgData name="Congrui Yang (MSc Elec + Computer Eng FT)" userId="45fdbda8-eeda-4d33-bf14-9e173ba59dac" providerId="ADAL" clId="{39293315-E9E1-4073-BECF-CC61CDCCD1E5}" dt="2026-03-28T12:34:34.600" v="17" actId="20577"/>
          <ac:spMkLst>
            <pc:docMk/>
            <pc:sldMk cId="18228651" sldId="276"/>
            <ac:spMk id="9" creationId="{00000000-0000-0000-0000-000000000000}"/>
          </ac:spMkLst>
        </pc:spChg>
      </pc:sldChg>
      <pc:sldChg chg="new del">
        <pc:chgData name="Congrui Yang (MSc Elec + Computer Eng FT)" userId="45fdbda8-eeda-4d33-bf14-9e173ba59dac" providerId="ADAL" clId="{39293315-E9E1-4073-BECF-CC61CDCCD1E5}" dt="2026-03-30T17:30:43.580" v="21" actId="680"/>
        <pc:sldMkLst>
          <pc:docMk/>
          <pc:sldMk cId="2732016005" sldId="284"/>
        </pc:sldMkLst>
      </pc:sldChg>
    </pc:docChg>
  </pc:docChgLst>
  <pc:docChgLst>
    <pc:chgData name="Pengcheng Sun (MSc Elec + Computer Eng FT)" userId="3fdd15b4-d500-46af-8264-251027165c56" providerId="ADAL" clId="{4995279C-FE28-4344-8F02-F7A1421939E4}"/>
    <pc:docChg chg="custSel modSld">
      <pc:chgData name="Pengcheng Sun (MSc Elec + Computer Eng FT)" userId="3fdd15b4-d500-46af-8264-251027165c56" providerId="ADAL" clId="{4995279C-FE28-4344-8F02-F7A1421939E4}" dt="2026-03-29T23:26:29.496" v="280" actId="20577"/>
      <pc:docMkLst>
        <pc:docMk/>
      </pc:docMkLst>
      <pc:sldChg chg="addSp delSp modSp mod modTransition delAnim modAnim modNotesTx">
        <pc:chgData name="Pengcheng Sun (MSc Elec + Computer Eng FT)" userId="3fdd15b4-d500-46af-8264-251027165c56" providerId="ADAL" clId="{4995279C-FE28-4344-8F02-F7A1421939E4}" dt="2026-03-29T23:26:29.496" v="280" actId="20577"/>
        <pc:sldMkLst>
          <pc:docMk/>
          <pc:sldMk cId="1361491591" sldId="277"/>
        </pc:sldMkLst>
        <pc:spChg chg="mod">
          <ac:chgData name="Pengcheng Sun (MSc Elec + Computer Eng FT)" userId="3fdd15b4-d500-46af-8264-251027165c56" providerId="ADAL" clId="{4995279C-FE28-4344-8F02-F7A1421939E4}" dt="2026-03-29T22:49:42.884" v="262" actId="20577"/>
          <ac:spMkLst>
            <pc:docMk/>
            <pc:sldMk cId="1361491591" sldId="277"/>
            <ac:spMk id="2" creationId="{DFA26FF3-D666-8960-E22F-590F343C198D}"/>
          </ac:spMkLst>
        </pc:spChg>
        <pc:spChg chg="del mod">
          <ac:chgData name="Pengcheng Sun (MSc Elec + Computer Eng FT)" userId="3fdd15b4-d500-46af-8264-251027165c56" providerId="ADAL" clId="{4995279C-FE28-4344-8F02-F7A1421939E4}" dt="2026-03-29T22:42:40.888" v="67" actId="478"/>
          <ac:spMkLst>
            <pc:docMk/>
            <pc:sldMk cId="1361491591" sldId="277"/>
            <ac:spMk id="8" creationId="{00000000-0000-0000-0000-000000000000}"/>
          </ac:spMkLst>
        </pc:spChg>
        <pc:spChg chg="add mod">
          <ac:chgData name="Pengcheng Sun (MSc Elec + Computer Eng FT)" userId="3fdd15b4-d500-46af-8264-251027165c56" providerId="ADAL" clId="{4995279C-FE28-4344-8F02-F7A1421939E4}" dt="2026-03-29T23:26:29.496" v="280" actId="20577"/>
          <ac:spMkLst>
            <pc:docMk/>
            <pc:sldMk cId="1361491591" sldId="277"/>
            <ac:spMk id="10" creationId="{70927D02-0304-714A-9180-07E50961BDB4}"/>
          </ac:spMkLst>
        </pc:spChg>
        <pc:spChg chg="add del mod">
          <ac:chgData name="Pengcheng Sun (MSc Elec + Computer Eng FT)" userId="3fdd15b4-d500-46af-8264-251027165c56" providerId="ADAL" clId="{4995279C-FE28-4344-8F02-F7A1421939E4}" dt="2026-03-29T22:42:55.052" v="70" actId="478"/>
          <ac:spMkLst>
            <pc:docMk/>
            <pc:sldMk cId="1361491591" sldId="277"/>
            <ac:spMk id="12" creationId="{F99A1879-34A4-E7E2-E708-13D07AF7FA5F}"/>
          </ac:spMkLst>
        </pc:spChg>
        <pc:spChg chg="add del mod">
          <ac:chgData name="Pengcheng Sun (MSc Elec + Computer Eng FT)" userId="3fdd15b4-d500-46af-8264-251027165c56" providerId="ADAL" clId="{4995279C-FE28-4344-8F02-F7A1421939E4}" dt="2026-03-29T22:46:39.038" v="125"/>
          <ac:spMkLst>
            <pc:docMk/>
            <pc:sldMk cId="1361491591" sldId="277"/>
            <ac:spMk id="13" creationId="{6D7E5043-7137-7409-7F8D-283422A751BA}"/>
          </ac:spMkLst>
        </pc:spChg>
        <pc:picChg chg="add del mod">
          <ac:chgData name="Pengcheng Sun (MSc Elec + Computer Eng FT)" userId="3fdd15b4-d500-46af-8264-251027165c56" providerId="ADAL" clId="{4995279C-FE28-4344-8F02-F7A1421939E4}" dt="2026-03-29T22:33:38.612" v="3" actId="478"/>
          <ac:picMkLst>
            <pc:docMk/>
            <pc:sldMk cId="1361491591" sldId="277"/>
            <ac:picMk id="4" creationId="{482F7CCF-0D1D-7D8D-8AE3-FECD4DDB797A}"/>
          </ac:picMkLst>
        </pc:picChg>
        <pc:picChg chg="add del mod">
          <ac:chgData name="Pengcheng Sun (MSc Elec + Computer Eng FT)" userId="3fdd15b4-d500-46af-8264-251027165c56" providerId="ADAL" clId="{4995279C-FE28-4344-8F02-F7A1421939E4}" dt="2026-03-29T23:18:48.713" v="270" actId="478"/>
          <ac:picMkLst>
            <pc:docMk/>
            <pc:sldMk cId="1361491591" sldId="277"/>
            <ac:picMk id="17" creationId="{CD61E6F2-C273-7A7B-39E6-68C715F7C9CA}"/>
          </ac:picMkLst>
        </pc:picChg>
        <pc:picChg chg="add del mod">
          <ac:chgData name="Pengcheng Sun (MSc Elec + Computer Eng FT)" userId="3fdd15b4-d500-46af-8264-251027165c56" providerId="ADAL" clId="{4995279C-FE28-4344-8F02-F7A1421939E4}" dt="2026-03-29T23:20:32.446" v="273"/>
          <ac:picMkLst>
            <pc:docMk/>
            <pc:sldMk cId="1361491591" sldId="277"/>
            <ac:picMk id="22" creationId="{34E7F462-361F-A9FA-9AA5-0B49F7F1732C}"/>
          </ac:picMkLst>
        </pc:picChg>
        <pc:picChg chg="add del mod">
          <ac:chgData name="Pengcheng Sun (MSc Elec + Computer Eng FT)" userId="3fdd15b4-d500-46af-8264-251027165c56" providerId="ADAL" clId="{4995279C-FE28-4344-8F02-F7A1421939E4}" dt="2026-03-29T23:22:04.750" v="275"/>
          <ac:picMkLst>
            <pc:docMk/>
            <pc:sldMk cId="1361491591" sldId="277"/>
            <ac:picMk id="26" creationId="{C024428C-50E8-DDC4-6CB4-BB0010EC3434}"/>
          </ac:picMkLst>
        </pc:picChg>
        <pc:picChg chg="add mod">
          <ac:chgData name="Pengcheng Sun (MSc Elec + Computer Eng FT)" userId="3fdd15b4-d500-46af-8264-251027165c56" providerId="ADAL" clId="{4995279C-FE28-4344-8F02-F7A1421939E4}" dt="2026-03-29T23:24:09.112" v="276"/>
          <ac:picMkLst>
            <pc:docMk/>
            <pc:sldMk cId="1361491591" sldId="277"/>
            <ac:picMk id="31" creationId="{CA4B813A-91AA-46DF-3A82-BB2445E7B33D}"/>
          </ac:picMkLst>
        </pc:picChg>
      </pc:sldChg>
    </pc:docChg>
  </pc:docChgLst>
  <pc:docChgLst>
    <pc:chgData name="Jingtian Yang (MSc Elec + Computer Eng FT)" userId="e2098e42-27d2-42b6-aa7a-0bcd97275705" providerId="ADAL" clId="{80CD4A1F-B746-4625-8513-D7AB1266F9B0}"/>
    <pc:docChg chg="modSld">
      <pc:chgData name="Jingtian Yang (MSc Elec + Computer Eng FT)" userId="e2098e42-27d2-42b6-aa7a-0bcd97275705" providerId="ADAL" clId="{80CD4A1F-B746-4625-8513-D7AB1266F9B0}" dt="2026-03-29T19:31:20.797" v="2"/>
      <pc:docMkLst>
        <pc:docMk/>
      </pc:docMkLst>
      <pc:sldChg chg="addSp delSp modSp modTransition modAnim">
        <pc:chgData name="Jingtian Yang (MSc Elec + Computer Eng FT)" userId="e2098e42-27d2-42b6-aa7a-0bcd97275705" providerId="ADAL" clId="{80CD4A1F-B746-4625-8513-D7AB1266F9B0}" dt="2026-03-29T19:31:20.797" v="2"/>
        <pc:sldMkLst>
          <pc:docMk/>
          <pc:sldMk cId="1706959544" sldId="279"/>
        </pc:sldMkLst>
        <pc:picChg chg="add mod">
          <ac:chgData name="Jingtian Yang (MSc Elec + Computer Eng FT)" userId="e2098e42-27d2-42b6-aa7a-0bcd97275705" providerId="ADAL" clId="{80CD4A1F-B746-4625-8513-D7AB1266F9B0}" dt="2026-03-29T19:31:20.797" v="2"/>
          <ac:picMkLst>
            <pc:docMk/>
            <pc:sldMk cId="1706959544" sldId="279"/>
            <ac:picMk id="10" creationId="{91F7981C-E42D-D87C-0C7D-7820CCC7BD9D}"/>
          </ac:picMkLst>
        </pc:picChg>
        <pc:picChg chg="add del mod">
          <ac:chgData name="Jingtian Yang (MSc Elec + Computer Eng FT)" userId="e2098e42-27d2-42b6-aa7a-0bcd97275705" providerId="ADAL" clId="{80CD4A1F-B746-4625-8513-D7AB1266F9B0}" dt="2026-03-29T19:29:28.554" v="1"/>
          <ac:picMkLst>
            <pc:docMk/>
            <pc:sldMk cId="1706959544" sldId="279"/>
            <ac:picMk id="12" creationId="{794C3E98-1477-6018-4296-00BF2885E7DE}"/>
          </ac:picMkLst>
        </pc:picChg>
      </pc:sldChg>
    </pc:docChg>
  </pc:docChgLst>
  <pc:docChgLst>
    <pc:chgData name="Chuqian Zhang (MSc Elec + Computer Eng FT)" userId="S::cxz577@student.bham.ac.uk::a6957757-53c6-4dd7-a3cd-9fa8195c4d29" providerId="AD" clId="Web-{7B4BCF43-7D1F-03D1-F047-7E9067EDD89C}"/>
    <pc:docChg chg="modSld">
      <pc:chgData name="Chuqian Zhang (MSc Elec + Computer Eng FT)" userId="S::cxz577@student.bham.ac.uk::a6957757-53c6-4dd7-a3cd-9fa8195c4d29" providerId="AD" clId="Web-{7B4BCF43-7D1F-03D1-F047-7E9067EDD89C}" dt="2026-03-30T12:37:00.559" v="3"/>
      <pc:docMkLst>
        <pc:docMk/>
      </pc:docMkLst>
      <pc:sldChg chg="modSp modMedia">
        <pc:chgData name="Chuqian Zhang (MSc Elec + Computer Eng FT)" userId="S::cxz577@student.bham.ac.uk::a6957757-53c6-4dd7-a3cd-9fa8195c4d29" providerId="AD" clId="Web-{7B4BCF43-7D1F-03D1-F047-7E9067EDD89C}" dt="2026-03-30T12:37:00.559" v="3"/>
        <pc:sldMkLst>
          <pc:docMk/>
          <pc:sldMk cId="2220701752" sldId="280"/>
        </pc:sldMkLst>
        <pc:picChg chg="mod">
          <ac:chgData name="Chuqian Zhang (MSc Elec + Computer Eng FT)" userId="S::cxz577@student.bham.ac.uk::a6957757-53c6-4dd7-a3cd-9fa8195c4d29" providerId="AD" clId="Web-{7B4BCF43-7D1F-03D1-F047-7E9067EDD89C}" dt="2026-03-30T12:37:00.559" v="3"/>
          <ac:picMkLst>
            <pc:docMk/>
            <pc:sldMk cId="2220701752" sldId="280"/>
            <ac:picMk id="3" creationId="{0656A055-6916-64B5-F75F-B65C951DBBBA}"/>
          </ac:picMkLst>
        </pc:picChg>
      </pc:sldChg>
    </pc:docChg>
  </pc:docChgLst>
  <pc:docChgLst>
    <pc:chgData name="Jingtian Yang (MSc Elec + Computer Eng FT)" userId="S::jxy505@student.bham.ac.uk::e2098e42-27d2-42b6-aa7a-0bcd97275705" providerId="AD" clId="Web-{E4F51DF7-476F-B483-D709-FD9349AAC989}"/>
    <pc:docChg chg="addSld delSld modSld">
      <pc:chgData name="Jingtian Yang (MSc Elec + Computer Eng FT)" userId="S::jxy505@student.bham.ac.uk::e2098e42-27d2-42b6-aa7a-0bcd97275705" providerId="AD" clId="Web-{E4F51DF7-476F-B483-D709-FD9349AAC989}" dt="2026-03-23T13:32:29.208" v="5" actId="20577"/>
      <pc:docMkLst>
        <pc:docMk/>
      </pc:docMkLst>
      <pc:sldChg chg="modSp">
        <pc:chgData name="Jingtian Yang (MSc Elec + Computer Eng FT)" userId="S::jxy505@student.bham.ac.uk::e2098e42-27d2-42b6-aa7a-0bcd97275705" providerId="AD" clId="Web-{E4F51DF7-476F-B483-D709-FD9349AAC989}" dt="2026-03-23T13:32:29.208" v="5" actId="20577"/>
        <pc:sldMkLst>
          <pc:docMk/>
          <pc:sldMk cId="1706959544" sldId="279"/>
        </pc:sldMkLst>
        <pc:spChg chg="mod">
          <ac:chgData name="Jingtian Yang (MSc Elec + Computer Eng FT)" userId="S::jxy505@student.bham.ac.uk::e2098e42-27d2-42b6-aa7a-0bcd97275705" providerId="AD" clId="Web-{E4F51DF7-476F-B483-D709-FD9349AAC989}" dt="2026-03-23T13:32:29.208" v="5" actId="20577"/>
          <ac:spMkLst>
            <pc:docMk/>
            <pc:sldMk cId="1706959544" sldId="279"/>
            <ac:spMk id="7" creationId="{18A817C9-0546-7169-7F7E-F9776883EA6F}"/>
          </ac:spMkLst>
        </pc:spChg>
      </pc:sldChg>
    </pc:docChg>
  </pc:docChgLst>
  <pc:docChgLst>
    <pc:chgData name="Congrui Yang (MSc Elec + Computer Eng FT)" userId="S::cxy431@student.bham.ac.uk::45fdbda8-eeda-4d33-bf14-9e173ba59dac" providerId="AD" clId="Web-{44F34642-9A50-6A55-4B15-0C16D98B0F98}"/>
    <pc:docChg chg="modSld">
      <pc:chgData name="Congrui Yang (MSc Elec + Computer Eng FT)" userId="S::cxy431@student.bham.ac.uk::45fdbda8-eeda-4d33-bf14-9e173ba59dac" providerId="AD" clId="Web-{44F34642-9A50-6A55-4B15-0C16D98B0F98}" dt="2026-03-23T13:22:47.689" v="16" actId="1076"/>
      <pc:docMkLst>
        <pc:docMk/>
      </pc:docMkLst>
      <pc:sldChg chg="modSp">
        <pc:chgData name="Congrui Yang (MSc Elec + Computer Eng FT)" userId="S::cxy431@student.bham.ac.uk::45fdbda8-eeda-4d33-bf14-9e173ba59dac" providerId="AD" clId="Web-{44F34642-9A50-6A55-4B15-0C16D98B0F98}" dt="2026-03-23T13:22:47.689" v="16" actId="1076"/>
        <pc:sldMkLst>
          <pc:docMk/>
          <pc:sldMk cId="1347130102" sldId="274"/>
        </pc:sldMkLst>
        <pc:spChg chg="mod">
          <ac:chgData name="Congrui Yang (MSc Elec + Computer Eng FT)" userId="S::cxy431@student.bham.ac.uk::45fdbda8-eeda-4d33-bf14-9e173ba59dac" providerId="AD" clId="Web-{44F34642-9A50-6A55-4B15-0C16D98B0F98}" dt="2026-03-23T13:22:47.689" v="16" actId="1076"/>
          <ac:spMkLst>
            <pc:docMk/>
            <pc:sldMk cId="1347130102" sldId="274"/>
            <ac:spMk id="12" creationId="{6FACF2E6-7564-55DD-71B3-310F77B8222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6/15/26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15/06/2026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6185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238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09415" y="1491123"/>
            <a:ext cx="7230328" cy="740668"/>
          </a:xfrm>
          <a:noFill/>
          <a:ln>
            <a:noFill/>
          </a:ln>
        </p:spPr>
        <p:txBody>
          <a:bodyPr/>
          <a:lstStyle/>
          <a:p>
            <a:r>
              <a:rPr lang="en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Mobile Auxiliary Diagnosis System for Melanoma Based on Multi-Modal Fusion and ONNX Quantization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509415" y="3094031"/>
            <a:ext cx="4751759" cy="385578"/>
          </a:xfrm>
        </p:spPr>
        <p:txBody>
          <a:bodyPr/>
          <a:lstStyle/>
          <a:p>
            <a:r>
              <a:rPr lang="en" altLang="zh-CN" sz="2000" dirty="0"/>
              <a:t>Mid-term Project Presentation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88"/>
    </mc:Choice>
    <mc:Fallback xmlns="">
      <p:transition spd="slow" advTm="588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41FAF7C-5553-1398-5D08-F7528A172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54FAB7E1-AE15-1027-BB44-D1647A499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78523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64"/>
    </mc:Choice>
    <mc:Fallback xmlns="">
      <p:transition spd="slow" advTm="56064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4.7|10.3|16.6|12.3"/>
</p:tagLst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</TotalTime>
  <Words>19</Words>
  <Application>Microsoft Macintosh PowerPoint</Application>
  <PresentationFormat>全屏显示(16:9)</PresentationFormat>
  <Paragraphs>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Arial</vt:lpstr>
      <vt:lpstr>Calibri</vt:lpstr>
      <vt:lpstr>Georgia</vt:lpstr>
      <vt:lpstr>Times New Roman</vt:lpstr>
      <vt:lpstr>Wingdings</vt:lpstr>
      <vt:lpstr>Default Design</vt:lpstr>
      <vt:lpstr>A Mobile Auxiliary Diagnosis System for Melanoma Based on Multi-Modal Fusion and ONNX Quantization</vt:lpstr>
      <vt:lpstr>PowerPoint 演示文稿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Pengcheng Sun (MSc Elec + Computer Eng FT)</cp:lastModifiedBy>
  <cp:revision>2</cp:revision>
  <cp:lastPrinted>2019-07-31T08:58:40Z</cp:lastPrinted>
  <dcterms:created xsi:type="dcterms:W3CDTF">2005-06-08T11:15:47Z</dcterms:created>
  <dcterms:modified xsi:type="dcterms:W3CDTF">2026-06-14T23:10:18Z</dcterms:modified>
</cp:coreProperties>
</file>